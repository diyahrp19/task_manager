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  <p:sldId id="261" r:id="rId3"/>
    <p:sldId id="263" r:id="rId4"/>
    <p:sldId id="267" r:id="rId5"/>
    <p:sldId id="264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82645-10F9-5CF7-936A-3B750CBBD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D037A-8CA5-9898-3E5E-E2CB8ADEE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C098-AD48-E880-7BED-779D0397F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17A74-20FA-03F5-D2C0-5622F834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5026C-0A4A-B928-5A3B-47DC42D8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14228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0AD54-B59C-16B8-F7A1-D7619042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C2521-800E-F654-816F-853277DDD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C4F49-8D16-9089-7AA4-FEE04674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1A331-F439-1FD6-6242-C2683A37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81BEE-27A4-5F30-64A6-4A185131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4423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3D0A-3548-BF1B-C7B2-C4D2F08F4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708-D54C-D695-56F3-496F0A062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EC091-D9BB-8D66-3F33-1973A816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086E7-F5FA-C919-D3A7-A0B4C601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2A233-617B-BF0B-EB2D-0ADC6932C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45295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B1485-2B85-2073-680F-B64131C6E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CE455-1227-9BB1-9552-6FCEBCCCE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37DEF-96E0-A9C4-7EB8-437FE0FF6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6634A-5825-9DFD-4BA8-13F4FE850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8D051-33AE-B38F-1957-F50057DCF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3F3A0-FCE3-5404-D177-BC2B69CB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50150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4D9C-8F16-98D3-7DFB-12940A4F7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B223C-D0E5-B11C-AA91-A87A82135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A6FAF-E503-0B7E-9545-0344E6635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CBB50-63D4-8466-094A-04D818FEC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2DE17B-A93D-B5E2-8B04-21E2094B3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8B273-EB94-A076-30ED-37AEB4F2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3843C8-91CA-C4C6-8CC7-B4A04AB3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37D2C3-29DE-4B6C-8BD5-BFCDFD289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85195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B93DD-D4EC-DAFE-7D14-8A5F502D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E6A0DB-BCDC-3D1C-7C9A-C0D08FF8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694E4-2A9C-50EB-15DD-81429DCB2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D2D5E-2899-3A60-CCE5-EF476EB7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7078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FC92FB-3444-A862-5EB1-3CAF376A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9E9AF8-1960-57B3-BD4F-6B42A76C0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79CDF-3DA5-CC85-9845-69EDC81E7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66801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5F71-90C8-4443-2F97-4AA33220D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2601B-D0CE-F80A-10EF-FA601F2CA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35076-2A78-8D51-7A65-F79B999FC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9C93C-1CC7-8D2D-8F5B-B0F084179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3FEAB-0DAF-C679-ED69-C6AB1B33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6F155-7C33-3240-9225-938FA35B1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35585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E0C8-6CEF-77CC-6812-AB3F70839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76481E-EC37-4AF5-5258-1D4AD5E07F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8E167-24F3-4865-D613-86A85FB2F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59D56-BF0B-9888-6EA3-A10D52CB4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F579B-057F-CDDF-4AF7-714201094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B7C6B-EF63-E3AE-7D0B-26020B337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16105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92DD-F33E-04BE-E403-017C74DD0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BA142-568B-E602-52A2-E5F24C91D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3FE31-3A47-E393-C161-97386C4E7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6A8A3-6E52-B2F4-9A12-CFDAA371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ECB22-8736-502D-B3C9-336F03B5E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05687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14057-233F-DB0A-94B1-0A16A096E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BA57B-FAC6-FB40-47B3-FC1DD95FB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B6DB1-C2E5-8DA6-53D0-24F45A4D3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9DB4A-4245-7ECB-E7FE-0B134C8BA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0157A-ACC7-2916-4511-18AE9E32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35124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5FF68-CA19-F66C-263C-DD9FD6000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17CD6-35D7-867F-A727-326C0B6CB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28048-FB73-9328-F951-EC381A37E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78144-6FD4-461A-BEE3-AC1989F0538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A49A9-F3D5-905B-692D-F1A3CC021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4A87-CD83-8FE1-E0A4-4745BA6A4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2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392501" y="411190"/>
            <a:ext cx="3152518" cy="60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2" y="387589"/>
            <a:ext cx="741512" cy="776377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2A5596BD-D71A-3126-AFBA-E1DED43C4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0039" y="1532494"/>
            <a:ext cx="9144000" cy="776377"/>
          </a:xfrm>
        </p:spPr>
        <p:txBody>
          <a:bodyPr>
            <a:normAutofit/>
          </a:bodyPr>
          <a:lstStyle/>
          <a:p>
            <a:r>
              <a:rPr lang="en-IN" sz="4800" b="1" dirty="0"/>
              <a:t>Task Manager</a:t>
            </a:r>
            <a:endParaRPr lang="en-IN" sz="2200" b="1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3A563972-3D56-8480-6F6A-57C78E1AA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0399" y="2826327"/>
            <a:ext cx="6936657" cy="2499179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Name: Patel Diya Hirenbhai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Roll no: 329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Enrollment No: 24002170220012         </a:t>
            </a:r>
          </a:p>
          <a:p>
            <a:pPr algn="l"/>
            <a:r>
              <a:rPr lang="en-US" sz="3200" dirty="0">
                <a:solidFill>
                  <a:schemeClr val="tx1"/>
                </a:solidFill>
                <a:latin typeface="Calibri (Body)"/>
                <a:cs typeface="Times New Roman" panose="02020603050405020304" pitchFamily="18" charset="0"/>
              </a:rPr>
              <a:t>Branch: IT</a:t>
            </a:r>
          </a:p>
          <a:p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77DBE-637F-3B98-72B7-79465EBBD1BA}"/>
              </a:ext>
            </a:extLst>
          </p:cNvPr>
          <p:cNvSpPr txBox="1"/>
          <p:nvPr/>
        </p:nvSpPr>
        <p:spPr>
          <a:xfrm>
            <a:off x="10823864" y="5762953"/>
            <a:ext cx="339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1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10971376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F3FEF-72B2-9585-6DCB-F2BAEBD3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8973"/>
            <a:ext cx="10515600" cy="1272781"/>
          </a:xfrm>
        </p:spPr>
        <p:txBody>
          <a:bodyPr/>
          <a:lstStyle/>
          <a:p>
            <a:pPr algn="ctr"/>
            <a:r>
              <a:rPr lang="en-IN" dirty="0"/>
              <a:t>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25328-8D84-5EBF-53D5-D35B448C6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1753"/>
            <a:ext cx="10515600" cy="3935209"/>
          </a:xfrm>
        </p:spPr>
        <p:txBody>
          <a:bodyPr>
            <a:normAutofit/>
          </a:bodyPr>
          <a:lstStyle/>
          <a:p>
            <a:r>
              <a:rPr lang="en-US" dirty="0"/>
              <a:t>Task Manager is a web application used to organize and manage daily tasks.</a:t>
            </a:r>
          </a:p>
          <a:p>
            <a:r>
              <a:rPr lang="en-US" dirty="0"/>
              <a:t>It helps users create, update, track, and delete tasks efficiently.</a:t>
            </a:r>
          </a:p>
          <a:p>
            <a:r>
              <a:rPr lang="en-US" dirty="0"/>
              <a:t>The system improves productivity by keeping tasks organized in one place.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1B4ED4-EEA6-B8F0-5F61-79DF99A10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2" y="387589"/>
            <a:ext cx="741512" cy="776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2EC48-A0AC-0C73-6DFB-D8D6FA45DD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418380" y="365125"/>
            <a:ext cx="3152518" cy="6038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A1B997-6D72-85E4-0FC3-F2432B0E855D}"/>
              </a:ext>
            </a:extLst>
          </p:cNvPr>
          <p:cNvSpPr txBox="1"/>
          <p:nvPr/>
        </p:nvSpPr>
        <p:spPr>
          <a:xfrm>
            <a:off x="10823864" y="5762953"/>
            <a:ext cx="339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2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1797086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924A2-8FB9-ABF6-E75E-D24278C73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8974"/>
            <a:ext cx="10515600" cy="1213787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Objectives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C665E-67C4-80F2-95B1-B36DC785D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82761"/>
            <a:ext cx="10325100" cy="399420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• Create and manage tasks</a:t>
            </a:r>
          </a:p>
          <a:p>
            <a:pPr marL="0" indent="0">
              <a:buNone/>
            </a:pPr>
            <a:r>
              <a:rPr lang="en-US" sz="3200" dirty="0"/>
              <a:t>• Track task status</a:t>
            </a:r>
          </a:p>
          <a:p>
            <a:pPr marL="0" indent="0">
              <a:buNone/>
            </a:pPr>
            <a:r>
              <a:rPr lang="en-US" sz="3200" dirty="0"/>
              <a:t>• Edit and delete tasks</a:t>
            </a:r>
          </a:p>
          <a:p>
            <a:pPr marL="0" indent="0">
              <a:buNone/>
            </a:pPr>
            <a:r>
              <a:rPr lang="en-US" sz="3200" dirty="0"/>
              <a:t>• Store task data in database</a:t>
            </a:r>
          </a:p>
          <a:p>
            <a:pPr marL="0" indent="0">
              <a:buNone/>
            </a:pPr>
            <a:r>
              <a:rPr lang="en-US" sz="3200" dirty="0"/>
              <a:t>• Provide simple and responsive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19276-B3E7-F3BF-FCC5-B12A3DF73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2" y="387589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D9A208-2AFB-7CDA-288F-5B7C133758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418380" y="365125"/>
            <a:ext cx="3152518" cy="6038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A85112-DCE0-2D22-F033-0E546534F0A1}"/>
              </a:ext>
            </a:extLst>
          </p:cNvPr>
          <p:cNvSpPr txBox="1"/>
          <p:nvPr/>
        </p:nvSpPr>
        <p:spPr>
          <a:xfrm>
            <a:off x="10823864" y="5762953"/>
            <a:ext cx="339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3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898992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3DF10-8004-B05E-A7D2-BD399535A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30581"/>
            <a:ext cx="9985664" cy="3946381"/>
          </a:xfrm>
        </p:spPr>
        <p:txBody>
          <a:bodyPr/>
          <a:lstStyle/>
          <a:p>
            <a:r>
              <a:rPr lang="en-IN" dirty="0"/>
              <a:t>Frontend: Blazor Server</a:t>
            </a:r>
          </a:p>
          <a:p>
            <a:r>
              <a:rPr lang="en-IN" dirty="0"/>
              <a:t>Backend: .NET 9</a:t>
            </a:r>
          </a:p>
          <a:p>
            <a:r>
              <a:rPr lang="en-IN" dirty="0"/>
              <a:t>Database: MongoDB</a:t>
            </a:r>
          </a:p>
          <a:p>
            <a:r>
              <a:rPr lang="en-IN" dirty="0"/>
              <a:t>Styling: </a:t>
            </a:r>
            <a:r>
              <a:rPr lang="en-IN" dirty="0" err="1"/>
              <a:t>TailwindCSS</a:t>
            </a:r>
            <a:endParaRPr lang="en-IN" dirty="0"/>
          </a:p>
          <a:p>
            <a:r>
              <a:rPr lang="en-IN" dirty="0"/>
              <a:t>Validation: </a:t>
            </a:r>
            <a:r>
              <a:rPr lang="en-IN" dirty="0" err="1"/>
              <a:t>FluentValidation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888165-12B3-9FF3-530C-C907D88C2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2" y="387589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54DE4C-B120-DA82-77C9-1128FD8B04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418380" y="365125"/>
            <a:ext cx="3152518" cy="6038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4650BC-AD35-0ADC-052E-CC5D587BA532}"/>
              </a:ext>
            </a:extLst>
          </p:cNvPr>
          <p:cNvSpPr txBox="1"/>
          <p:nvPr/>
        </p:nvSpPr>
        <p:spPr>
          <a:xfrm>
            <a:off x="10823864" y="5762953"/>
            <a:ext cx="339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4 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EF329C-A9C2-780A-D5CF-45B8C9D14BEF}"/>
              </a:ext>
            </a:extLst>
          </p:cNvPr>
          <p:cNvSpPr txBox="1"/>
          <p:nvPr/>
        </p:nvSpPr>
        <p:spPr>
          <a:xfrm>
            <a:off x="3810639" y="1245696"/>
            <a:ext cx="411901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Technologies Used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57726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712CCD-3659-2F2C-9ABE-B9FDA43F4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2" y="387589"/>
            <a:ext cx="741512" cy="776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AD7799-D596-86C4-6262-C30622F322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418380" y="365125"/>
            <a:ext cx="3152518" cy="6038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276806-E82A-487A-D9A2-1618EA159EA7}"/>
              </a:ext>
            </a:extLst>
          </p:cNvPr>
          <p:cNvSpPr txBox="1"/>
          <p:nvPr/>
        </p:nvSpPr>
        <p:spPr>
          <a:xfrm>
            <a:off x="10823864" y="5762953"/>
            <a:ext cx="339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5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4FA408-0645-024A-7CA4-405C47058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778" y="1509354"/>
            <a:ext cx="7844444" cy="45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4903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2A4C6-B765-838C-297A-C2B6714F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• User authentication</a:t>
            </a:r>
          </a:p>
          <a:p>
            <a:pPr marL="0" indent="0">
              <a:buNone/>
            </a:pPr>
            <a:r>
              <a:rPr lang="en-IN" sz="3200" dirty="0"/>
              <a:t>• Notifications &amp; reminders</a:t>
            </a:r>
          </a:p>
          <a:p>
            <a:pPr marL="0" indent="0">
              <a:buNone/>
            </a:pPr>
            <a:r>
              <a:rPr lang="en-IN" sz="3200" dirty="0"/>
              <a:t>• Mobile application</a:t>
            </a:r>
          </a:p>
          <a:p>
            <a:pPr marL="0" indent="0">
              <a:buNone/>
            </a:pPr>
            <a:r>
              <a:rPr lang="en-IN" sz="3200" dirty="0"/>
              <a:t>• File attachments in tasks</a:t>
            </a:r>
          </a:p>
          <a:p>
            <a:pPr marL="0" indent="0">
              <a:buNone/>
            </a:pPr>
            <a:r>
              <a:rPr lang="en-IN" sz="3200" dirty="0"/>
              <a:t>• Team collaboration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B223A-A53C-CA32-9D3D-BDC9C2F3F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2" y="387589"/>
            <a:ext cx="741512" cy="776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B9BFBA-0780-98A5-FE32-094A4C73AE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418380" y="365125"/>
            <a:ext cx="3152518" cy="6038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A000EF-DD6D-61AE-CB68-C0868393E69E}"/>
              </a:ext>
            </a:extLst>
          </p:cNvPr>
          <p:cNvSpPr txBox="1"/>
          <p:nvPr/>
        </p:nvSpPr>
        <p:spPr>
          <a:xfrm>
            <a:off x="10823864" y="5762953"/>
            <a:ext cx="339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6 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35CBC7-F2F2-253D-51AA-F9E0A98900D0}"/>
              </a:ext>
            </a:extLst>
          </p:cNvPr>
          <p:cNvSpPr txBox="1"/>
          <p:nvPr/>
        </p:nvSpPr>
        <p:spPr>
          <a:xfrm>
            <a:off x="4320540" y="968974"/>
            <a:ext cx="29164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362810362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9485-07FF-11AC-E95C-C7F1BBFF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614" y="2621627"/>
            <a:ext cx="9492199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E706B9-2683-F06D-36F8-01A14AB78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2" y="387589"/>
            <a:ext cx="741512" cy="7763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0C7371-73CA-8A50-6C10-CA2CFB6892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418380" y="365125"/>
            <a:ext cx="3152518" cy="6038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E36B1F-CC27-A406-6AB2-B99287BEC535}"/>
              </a:ext>
            </a:extLst>
          </p:cNvPr>
          <p:cNvSpPr txBox="1"/>
          <p:nvPr/>
        </p:nvSpPr>
        <p:spPr>
          <a:xfrm>
            <a:off x="10823864" y="5762953"/>
            <a:ext cx="339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/>
              <a:t>7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0522104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</TotalTime>
  <Words>135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(Body)</vt:lpstr>
      <vt:lpstr>Calibri Light</vt:lpstr>
      <vt:lpstr>Office Theme</vt:lpstr>
      <vt:lpstr>Task Manager</vt:lpstr>
      <vt:lpstr>Introduction</vt:lpstr>
      <vt:lpstr>Objectives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Definition</dc:title>
  <dc:creator>LJIET</dc:creator>
  <cp:lastModifiedBy>Hiren Patel</cp:lastModifiedBy>
  <cp:revision>31</cp:revision>
  <dcterms:created xsi:type="dcterms:W3CDTF">2022-02-18T03:37:33Z</dcterms:created>
  <dcterms:modified xsi:type="dcterms:W3CDTF">2026-03-14T16:04:59Z</dcterms:modified>
</cp:coreProperties>
</file>